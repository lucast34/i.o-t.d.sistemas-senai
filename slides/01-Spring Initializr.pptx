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DB81C-6CEC-4649-B98D-033DECD2C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6E67E3-0603-4296-B8D4-5B010362E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A30029-FFD0-45DB-9BE7-7C193842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91EB64-2921-4509-BBFB-E84331A7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FFAD00-0F49-4953-86C2-F3ACD3F9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35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C04D2-A721-4E8A-8ED7-D7B4A15F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31FBB5-EAEC-4BE6-ABC2-C4E4A4AAA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50C8BA-DF78-493C-A4D2-E0B019E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5806C3-B99A-4FA7-8D26-88A81DEE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901653-C3D9-4CDC-81EF-4ED14F37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94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3EBAE-DF83-4C3F-B89F-096525ED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7435AA-C5B6-4A86-B10E-A4BA1C1AD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10EB0-D1E3-4847-A70A-C9D32896B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DC2EBC-1870-436D-9859-22AE17D2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6BBFB-54AD-41FB-A934-0832DAE3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71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F147B-AD3F-4F88-B5FA-1860FC28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70EDE1-1879-4380-896E-01BC857C7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AAF7FB-ECFC-4D17-9C01-811530523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24A10D-9B4E-4434-A9D4-78F352C7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C16A4F-08F3-403B-8969-DB263C9F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C5E649-0603-49E2-8A9E-EAD40E20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5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51B11-86D0-483F-9EA0-ADE95C5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0E4A19-E160-4E88-9848-13BED27C0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9A52AF-6EB9-4460-86F9-F1D0BEFB2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77E1CCE-1870-4540-87DF-EDED4CEC5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CAC102-0588-442E-882F-4652364F1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0FF2F1-FF91-4F16-B81C-7A66A5A0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0E04FF-36D6-41C2-B748-FBAA7B1D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DF4C2FC-B7F3-40C1-8414-C2AADF9C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69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FA67F-F411-4AB7-B3CA-762259F9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C83CF4-900A-442B-BF2D-44988128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1241FA-36E1-4BC4-A77D-A509D6D6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A05BFA7-FEE1-4660-8C89-46CD8A5B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11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04DE408-9086-46A8-9CEA-0D972BCD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739889-6076-4371-9E9D-58B8A6CC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5C0392-10BD-4728-A2DF-B2B7910B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93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DECA4-2C90-4D58-BB83-90688C25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205E7-CB85-41B8-A5BC-FE616EBA6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78A524-75B1-47D6-885C-C2209D5A9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0C3A44-4EC6-456E-A0A4-5EB2B8255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D629A8-A4AF-45AC-86C2-A2070E5F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4D822E-6077-460A-A941-8A372F02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75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DAF7B-6D89-46CB-B839-EA089342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804DB3-03E5-4B00-91C2-50B890DB6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FB7CF2-0D28-40BE-AB44-F087B6B3B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DFA348-2809-496F-A9E7-2AF430DD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777F13-94E2-4F01-A02F-A8C23FF2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995582-D13D-47B8-A69B-1BB63593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87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557A-9989-4DA9-A4C6-C712C3C9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66A999-AC27-4E7A-9DF2-79B22C534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164D6-642C-495A-B9C8-F4E03361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0D3670-5693-418B-8E6A-976B95B6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85771F-8697-465E-8121-A5CE63BC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19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F8967-57E3-4D3C-8A28-E9D8E61CA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7CCC90-8A17-4BE1-847C-D074D9265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CA44FE-DC9D-40E0-9010-F8AFB0D4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9582EE-A743-4EAA-831A-FE4E5E4A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9F5A9-7DF8-4843-9C6A-E3BC38D6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B88EF5-53D7-45CC-963D-DE278AB3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322E36-93CE-40F2-962C-1D560A9B2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8915F1-C77C-4882-B16A-E5242B7AD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535C9-1043-4204-B4A0-DB9AE49114EF}" type="datetimeFigureOut">
              <a:rPr lang="pt-BR" smtClean="0"/>
              <a:t>26/06/2025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C6166E-E614-4C68-AD20-32412C5CF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A8C067-066A-4D7A-AD9F-33EE2253F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4A94A-2563-4285-A072-4722E497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14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89484-72DC-4088-B8DB-9B560CFA9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01-Spring </a:t>
            </a:r>
            <a:r>
              <a:rPr lang="pt-BR" dirty="0" err="1"/>
              <a:t>Initializr</a:t>
            </a:r>
            <a:r>
              <a:rPr lang="pt-BR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F4AFF4-75A0-4EE8-8F86-DAB1A273D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Professor: João Keslei</a:t>
            </a:r>
          </a:p>
        </p:txBody>
      </p:sp>
    </p:spTree>
    <p:extLst>
      <p:ext uri="{BB962C8B-B14F-4D97-AF65-F5344CB8AC3E}">
        <p14:creationId xmlns:p14="http://schemas.microsoft.com/office/powerpoint/2010/main" val="363635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F66C1-6584-4999-8EA3-80F57519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000" dirty="0"/>
              <a:t>O </a:t>
            </a:r>
            <a:r>
              <a:rPr lang="pt-BR" sz="2000" b="1" dirty="0"/>
              <a:t>Spring </a:t>
            </a:r>
            <a:r>
              <a:rPr lang="pt-BR" sz="2000" b="1" dirty="0" err="1"/>
              <a:t>Initializr</a:t>
            </a:r>
            <a:r>
              <a:rPr lang="pt-BR" sz="2000" dirty="0"/>
              <a:t> é uma ferramenta online (e também integrada em </a:t>
            </a:r>
            <a:r>
              <a:rPr lang="pt-BR" sz="2000" dirty="0" err="1"/>
              <a:t>IDEs</a:t>
            </a:r>
            <a:r>
              <a:rPr lang="pt-BR" sz="2000" dirty="0"/>
              <a:t> como </a:t>
            </a:r>
            <a:r>
              <a:rPr lang="pt-BR" sz="2000" dirty="0" err="1"/>
              <a:t>IntelliJ</a:t>
            </a:r>
            <a:r>
              <a:rPr lang="pt-BR" sz="2000" dirty="0"/>
              <a:t> e STS) que te ajuda a </a:t>
            </a:r>
            <a:r>
              <a:rPr lang="pt-BR" sz="2000" b="1" dirty="0"/>
              <a:t>gerar rapidamente um projeto base com Spring Boot</a:t>
            </a:r>
            <a:r>
              <a:rPr lang="pt-BR" sz="2000" dirty="0"/>
              <a:t>, pronto para desenvolvimento.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B81DF1A-9A7B-46F3-8D81-99C208148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4722"/>
            <a:ext cx="10362567" cy="489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91DA3-7D84-4187-A722-72EF29AF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Spring </a:t>
            </a:r>
            <a:r>
              <a:rPr lang="pt-BR" dirty="0" err="1"/>
              <a:t>Initializr</a:t>
            </a:r>
            <a:r>
              <a:rPr lang="pt-BR" dirty="0"/>
              <a:t> 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41D75F8-6E2E-4C61-9E7A-BDE292517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335" y="1690688"/>
            <a:ext cx="10069330" cy="394390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BB5B12E-EC4C-4950-B860-C1CC7679220F}"/>
              </a:ext>
            </a:extLst>
          </p:cNvPr>
          <p:cNvSpPr/>
          <p:nvPr/>
        </p:nvSpPr>
        <p:spPr>
          <a:xfrm>
            <a:off x="1846729" y="39175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427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86ECB-2C6D-46D7-8BCA-8A53B67B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pt-BR" dirty="0"/>
              <a:t>https://start.spring.io/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DA083F4-0B0A-4216-BDE9-4E4535CF2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340" y="1090518"/>
            <a:ext cx="9667379" cy="5238563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776CCB35-2247-4DC5-B0D5-8A8319F2AAE8}"/>
              </a:ext>
            </a:extLst>
          </p:cNvPr>
          <p:cNvSpPr/>
          <p:nvPr/>
        </p:nvSpPr>
        <p:spPr>
          <a:xfrm>
            <a:off x="2528047" y="2596588"/>
            <a:ext cx="331695" cy="5289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DAE57B5-F70E-4315-BD6B-304382AEDBA4}"/>
              </a:ext>
            </a:extLst>
          </p:cNvPr>
          <p:cNvSpPr/>
          <p:nvPr/>
        </p:nvSpPr>
        <p:spPr>
          <a:xfrm>
            <a:off x="3702424" y="2277688"/>
            <a:ext cx="331695" cy="637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171BF902-4F51-4F2D-BC64-2B3B285A9713}"/>
              </a:ext>
            </a:extLst>
          </p:cNvPr>
          <p:cNvSpPr/>
          <p:nvPr/>
        </p:nvSpPr>
        <p:spPr>
          <a:xfrm>
            <a:off x="4034119" y="3125506"/>
            <a:ext cx="331695" cy="5289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58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E00B00F-6635-4A17-808C-3DC70A008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525" y="315375"/>
            <a:ext cx="9098969" cy="5992735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2B3104B1-FFCD-4E79-ABDC-ED529DAD9DEA}"/>
              </a:ext>
            </a:extLst>
          </p:cNvPr>
          <p:cNvSpPr/>
          <p:nvPr/>
        </p:nvSpPr>
        <p:spPr>
          <a:xfrm>
            <a:off x="4939551" y="571504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LTS</a:t>
            </a:r>
          </a:p>
        </p:txBody>
      </p:sp>
    </p:spTree>
    <p:extLst>
      <p:ext uri="{BB962C8B-B14F-4D97-AF65-F5344CB8AC3E}">
        <p14:creationId xmlns:p14="http://schemas.microsoft.com/office/powerpoint/2010/main" val="99919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BFDB47B-B5BE-48D2-A642-D34EDC1B6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187" y="890839"/>
            <a:ext cx="11579626" cy="50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5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6A163DE-3869-4F89-8EC4-8DDD271EA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074" y="578467"/>
            <a:ext cx="9002761" cy="570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E2DD42D-F648-442A-B9EA-A4F172855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409" y="1825625"/>
            <a:ext cx="9079181" cy="4351338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5914B5D-FE62-414C-BA56-41A9889E2B30}"/>
              </a:ext>
            </a:extLst>
          </p:cNvPr>
          <p:cNvSpPr/>
          <p:nvPr/>
        </p:nvSpPr>
        <p:spPr>
          <a:xfrm>
            <a:off x="7539318" y="26356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54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A79C1C0-3EB5-48E0-8BB9-5F16EC557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071" y="273680"/>
            <a:ext cx="9029858" cy="63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37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636E56D-07A1-4FAB-8BE2-D1CCCA27E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558" y="262854"/>
            <a:ext cx="11056884" cy="5292352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D93055A-7B17-4B2C-A6CF-71C2F8AADA07}"/>
              </a:ext>
            </a:extLst>
          </p:cNvPr>
          <p:cNvSpPr/>
          <p:nvPr/>
        </p:nvSpPr>
        <p:spPr>
          <a:xfrm>
            <a:off x="2761130" y="50705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3FD73D-74E2-4578-B04A-5C5C773052A1}"/>
              </a:ext>
            </a:extLst>
          </p:cNvPr>
          <p:cNvSpPr txBox="1"/>
          <p:nvPr/>
        </p:nvSpPr>
        <p:spPr>
          <a:xfrm>
            <a:off x="2254623" y="5800164"/>
            <a:ext cx="7682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Vai gerar um arquivo zip pra salvar no computador</a:t>
            </a:r>
          </a:p>
        </p:txBody>
      </p:sp>
    </p:spTree>
    <p:extLst>
      <p:ext uri="{BB962C8B-B14F-4D97-AF65-F5344CB8AC3E}">
        <p14:creationId xmlns:p14="http://schemas.microsoft.com/office/powerpoint/2010/main" val="258457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121329D-33C0-4A49-9414-D1F4E18DC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454" y="382782"/>
            <a:ext cx="8868628" cy="6092436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4BF015D5-1986-4B13-9C74-2C55F6749EE9}"/>
              </a:ext>
            </a:extLst>
          </p:cNvPr>
          <p:cNvSpPr/>
          <p:nvPr/>
        </p:nvSpPr>
        <p:spPr>
          <a:xfrm>
            <a:off x="1563714" y="24204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F7F46FBD-9696-4543-83BF-A78ECCFECCC1}"/>
              </a:ext>
            </a:extLst>
          </p:cNvPr>
          <p:cNvSpPr/>
          <p:nvPr/>
        </p:nvSpPr>
        <p:spPr>
          <a:xfrm>
            <a:off x="5020236" y="1192306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33E55E20-F33F-451F-AB26-BA55B5CEDDEB}"/>
              </a:ext>
            </a:extLst>
          </p:cNvPr>
          <p:cNvSpPr/>
          <p:nvPr/>
        </p:nvSpPr>
        <p:spPr>
          <a:xfrm>
            <a:off x="6239435" y="3738283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59D458-E8AD-4606-92B9-4AAD5DF898A3}"/>
              </a:ext>
            </a:extLst>
          </p:cNvPr>
          <p:cNvSpPr txBox="1"/>
          <p:nvPr/>
        </p:nvSpPr>
        <p:spPr>
          <a:xfrm>
            <a:off x="430306" y="2232212"/>
            <a:ext cx="3603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File -&gt; </a:t>
            </a:r>
            <a:r>
              <a:rPr lang="pt-BR" sz="2800" dirty="0" err="1"/>
              <a:t>Import</a:t>
            </a:r>
            <a:r>
              <a:rPr lang="pt-BR" sz="2800" dirty="0"/>
              <a:t> -&gt;</a:t>
            </a:r>
            <a:r>
              <a:rPr lang="pt-BR" sz="2800" dirty="0" err="1"/>
              <a:t>Maven</a:t>
            </a:r>
            <a:r>
              <a:rPr lang="pt-BR" sz="2800" dirty="0"/>
              <a:t>    -&gt;</a:t>
            </a:r>
            <a:r>
              <a:rPr lang="pt-BR" sz="2800" dirty="0" err="1"/>
              <a:t>Maven</a:t>
            </a:r>
            <a:r>
              <a:rPr lang="pt-BR" sz="2800" dirty="0"/>
              <a:t> </a:t>
            </a:r>
            <a:r>
              <a:rPr lang="pt-BR" sz="2800" dirty="0" err="1"/>
              <a:t>Projects</a:t>
            </a:r>
            <a:r>
              <a:rPr lang="pt-BR" sz="2800" dirty="0"/>
              <a:t>. Seleciona a pasta descompactada e </a:t>
            </a:r>
            <a:r>
              <a:rPr lang="pt-BR" sz="2800" dirty="0" err="1"/>
              <a:t>finish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1491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CD1D239-A3BD-45D6-A4C9-30267E269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9005" y="143947"/>
            <a:ext cx="5729324" cy="6714053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9A6BEEAE-48F9-4A82-AD58-C7F8169ABC53}"/>
              </a:ext>
            </a:extLst>
          </p:cNvPr>
          <p:cNvSpPr/>
          <p:nvPr/>
        </p:nvSpPr>
        <p:spPr>
          <a:xfrm>
            <a:off x="6995259" y="129091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E1DC82-8FBC-46DC-BBE5-01CC5E722034}"/>
              </a:ext>
            </a:extLst>
          </p:cNvPr>
          <p:cNvSpPr txBox="1"/>
          <p:nvPr/>
        </p:nvSpPr>
        <p:spPr>
          <a:xfrm>
            <a:off x="618565" y="1138517"/>
            <a:ext cx="36755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Vai se feito automaticamente o download de todas as dependências, pode demorar um pouco.</a:t>
            </a:r>
          </a:p>
        </p:txBody>
      </p:sp>
    </p:spTree>
    <p:extLst>
      <p:ext uri="{BB962C8B-B14F-4D97-AF65-F5344CB8AC3E}">
        <p14:creationId xmlns:p14="http://schemas.microsoft.com/office/powerpoint/2010/main" val="25047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A0FED4F-453B-438D-8C82-CC3CA92DD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159" y="543671"/>
            <a:ext cx="10949681" cy="5955739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853028BF-ECC4-469E-845B-32147FE6E321}"/>
              </a:ext>
            </a:extLst>
          </p:cNvPr>
          <p:cNvSpPr/>
          <p:nvPr/>
        </p:nvSpPr>
        <p:spPr>
          <a:xfrm>
            <a:off x="2626659" y="3648636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CAAD4A-1579-4E24-AF4D-12230D4CFD55}"/>
              </a:ext>
            </a:extLst>
          </p:cNvPr>
          <p:cNvSpPr txBox="1"/>
          <p:nvPr/>
        </p:nvSpPr>
        <p:spPr>
          <a:xfrm>
            <a:off x="6096000" y="3352343"/>
            <a:ext cx="547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 partir de agora sempre rodar o projeto pelo (Re)</a:t>
            </a:r>
            <a:r>
              <a:rPr lang="pt-BR" sz="3200" dirty="0" err="1"/>
              <a:t>stat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77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AE5F375-1EEA-4EC7-96B6-697B4D109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75" y="301624"/>
            <a:ext cx="11601725" cy="6359151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4D01199-73EA-4212-8F44-68165768DE29}"/>
              </a:ext>
            </a:extLst>
          </p:cNvPr>
          <p:cNvSpPr/>
          <p:nvPr/>
        </p:nvSpPr>
        <p:spPr>
          <a:xfrm>
            <a:off x="11071412" y="510988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99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A6130E7-1E6D-4279-9E0F-96DEDC8F7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814" y="500779"/>
            <a:ext cx="10948371" cy="585644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0B338B-4B50-4FFD-9AF0-1880A14D39D5}"/>
              </a:ext>
            </a:extLst>
          </p:cNvPr>
          <p:cNvSpPr txBox="1"/>
          <p:nvPr/>
        </p:nvSpPr>
        <p:spPr>
          <a:xfrm>
            <a:off x="1223682" y="5020233"/>
            <a:ext cx="974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accent2">
                    <a:lumMod val="75000"/>
                  </a:schemeClr>
                </a:solidFill>
              </a:rPr>
              <a:t>A mensagem de erro padrão, indica que o Spring Boot está funcionando.</a:t>
            </a:r>
          </a:p>
        </p:txBody>
      </p:sp>
    </p:spTree>
    <p:extLst>
      <p:ext uri="{BB962C8B-B14F-4D97-AF65-F5344CB8AC3E}">
        <p14:creationId xmlns:p14="http://schemas.microsoft.com/office/powerpoint/2010/main" val="3019278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08EE9-202A-484C-BBC5-19A33606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51"/>
            <a:ext cx="10515600" cy="665816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Criar a classe do projeto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E8F3E1D-C314-4129-90C9-F1DB000F9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038" y="1054658"/>
            <a:ext cx="8947937" cy="5482045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E58D55C8-86E8-40CB-8D06-BFD8A1883DA4}"/>
              </a:ext>
            </a:extLst>
          </p:cNvPr>
          <p:cNvSpPr/>
          <p:nvPr/>
        </p:nvSpPr>
        <p:spPr>
          <a:xfrm>
            <a:off x="434788" y="17122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593A1BEC-3352-41A2-B8DB-F54437BD859F}"/>
              </a:ext>
            </a:extLst>
          </p:cNvPr>
          <p:cNvSpPr/>
          <p:nvPr/>
        </p:nvSpPr>
        <p:spPr>
          <a:xfrm>
            <a:off x="7521388" y="190975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7D595D64-FE1A-4735-897B-9BCC7629A416}"/>
              </a:ext>
            </a:extLst>
          </p:cNvPr>
          <p:cNvSpPr/>
          <p:nvPr/>
        </p:nvSpPr>
        <p:spPr>
          <a:xfrm>
            <a:off x="6400800" y="2545976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73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629AACC-6112-43E5-A00F-C1CB5802A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887" y="522848"/>
            <a:ext cx="10800225" cy="58123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6B03DC0-4880-4858-BEB6-5871EF7F3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2" y="3786520"/>
            <a:ext cx="5211382" cy="2548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AB31016F-991A-410A-84BD-19E0F6D15F70}"/>
              </a:ext>
            </a:extLst>
          </p:cNvPr>
          <p:cNvSpPr/>
          <p:nvPr/>
        </p:nvSpPr>
        <p:spPr>
          <a:xfrm>
            <a:off x="2560866" y="4428565"/>
            <a:ext cx="158082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Depois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5D0017-DCB0-4882-A5BB-83606166D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82" y="1843568"/>
            <a:ext cx="6889877" cy="293187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EA438065-8EB6-4F83-B90C-8B7043DFC399}"/>
              </a:ext>
            </a:extLst>
          </p:cNvPr>
          <p:cNvSpPr/>
          <p:nvPr/>
        </p:nvSpPr>
        <p:spPr>
          <a:xfrm>
            <a:off x="6580094" y="52284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00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617CC-95CD-44AE-B34B-66A43F37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75"/>
            <a:ext cx="10515600" cy="746499"/>
          </a:xfrm>
        </p:spPr>
        <p:txBody>
          <a:bodyPr/>
          <a:lstStyle/>
          <a:p>
            <a:pPr algn="ctr"/>
            <a:r>
              <a:rPr lang="pt-BR" dirty="0"/>
              <a:t>Criar uma Classe para testar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E772D27-C416-4411-A542-722865A2B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17411"/>
            <a:ext cx="10818978" cy="5517989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23033D4-6C0A-466C-BCD4-279FE01F4571}"/>
              </a:ext>
            </a:extLst>
          </p:cNvPr>
          <p:cNvSpPr/>
          <p:nvPr/>
        </p:nvSpPr>
        <p:spPr>
          <a:xfrm>
            <a:off x="348996" y="19363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C9FF394A-40D6-4528-9818-EDA8CEEB0AFC}"/>
              </a:ext>
            </a:extLst>
          </p:cNvPr>
          <p:cNvSpPr/>
          <p:nvPr/>
        </p:nvSpPr>
        <p:spPr>
          <a:xfrm>
            <a:off x="9538447" y="2725271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47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A4AC231-1ABC-46FB-928E-38B3CC2F1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891" y="365965"/>
            <a:ext cx="11276217" cy="6126069"/>
          </a:xfrm>
          <a:prstGeom prst="rect">
            <a:avLst/>
          </a:prstGeom>
        </p:spPr>
      </p:pic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9785E853-2779-40B8-93DA-6434800F09C8}"/>
              </a:ext>
            </a:extLst>
          </p:cNvPr>
          <p:cNvSpPr/>
          <p:nvPr/>
        </p:nvSpPr>
        <p:spPr>
          <a:xfrm>
            <a:off x="6194612" y="20618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1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89CE766-F3D0-4D6F-AF68-700E246BD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151" y="419753"/>
            <a:ext cx="10943698" cy="601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8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6C68020-608B-4441-94CF-7866FC7EC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45" y="666283"/>
            <a:ext cx="11952509" cy="552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50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B48B952-0802-4F26-A3E7-97D09AAC3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901" y="396230"/>
            <a:ext cx="10672197" cy="2176640"/>
          </a:xfrm>
          <a:prstGeom prst="rect">
            <a:avLst/>
          </a:prstGeom>
        </p:spPr>
      </p:pic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95623728-BF3C-4080-A2B1-85A14E41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018" y="2572870"/>
            <a:ext cx="5972593" cy="411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84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C0721CE7-D9C4-421C-B914-579B09256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362" y="411633"/>
            <a:ext cx="7766438" cy="603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88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37DF9B9-5DFA-4DF9-A1FD-5ABED1403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905" y="1621857"/>
            <a:ext cx="10874190" cy="249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70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6833</TotalTime>
  <Words>132</Words>
  <Application>Microsoft Office PowerPoint</Application>
  <PresentationFormat>Widescreen</PresentationFormat>
  <Paragraphs>14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01-Spring Initializr </vt:lpstr>
      <vt:lpstr>O Spring Initializr é uma ferramenta online (e também integrada em IDEs como IntelliJ e STS) que te ajuda a gerar rapidamente um projeto base com Spring Boot, pronto para desenvolvimento.</vt:lpstr>
      <vt:lpstr>Spring Initializr </vt:lpstr>
      <vt:lpstr>https://start.spring.io/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Criar a classe do projeto</vt:lpstr>
      <vt:lpstr>Apresentação do PowerPoint</vt:lpstr>
      <vt:lpstr>Criar uma Classe para testar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01-Spring Initializr</dc:title>
  <dc:creator>Joao Keslei Carvalho Viana</dc:creator>
  <cp:lastModifiedBy>Joao Keslei Carvalho Viana</cp:lastModifiedBy>
  <cp:revision>21</cp:revision>
  <dcterms:created xsi:type="dcterms:W3CDTF">2025-05-29T18:39:24Z</dcterms:created>
  <dcterms:modified xsi:type="dcterms:W3CDTF">2025-06-30T12:34:09Z</dcterms:modified>
</cp:coreProperties>
</file>
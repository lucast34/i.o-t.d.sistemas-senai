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98799-8BE8-7DB7-5B1B-8021D440D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F4953A-A842-C7DA-B132-DD706CE72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4783BA-A752-B4E4-0EC0-21EDEACC7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74F5-A5AA-4B94-9D00-3BFC06B82517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09BE20-1F96-13A9-D206-1C8893CC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B93F01-9EA3-9B20-7C01-C35DA593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A439-0B56-48A2-9DC1-C8668F5D0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568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56B09-A144-E19D-18CF-8558063C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E97788-0317-E7B8-0CC6-0F333496C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AB2944-918E-3C6D-0672-3BFA822C3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74F5-A5AA-4B94-9D00-3BFC06B82517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88E892-33C7-0EE5-A74A-FAE569EDC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F5B612-FDB5-C09F-FC26-208553F2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A439-0B56-48A2-9DC1-C8668F5D0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631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C9C8C-DE86-7B8A-7FC7-F7482A147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F13517-C134-B1E5-F8BC-064E7E80F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F452B9-EAE0-06D8-FA2A-7F795F1F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74F5-A5AA-4B94-9D00-3BFC06B82517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541A77-E31C-46D8-A222-8664E4B1E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7447D4-EACD-42C9-14FD-5132A4875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A439-0B56-48A2-9DC1-C8668F5D0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6656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4F6C1-7B32-9EA8-9759-81F323F8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71DE32-4B17-9CCF-9F09-7C6C50F55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140555-CA64-2303-47D6-8F48BE79E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F0048E-5FF2-7335-FFE5-6A00D042D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74F5-A5AA-4B94-9D00-3BFC06B82517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8084D1-8CC8-B989-38F0-67BCC3D40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42025D-A6BF-E06C-58E0-B256FD7F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A439-0B56-48A2-9DC1-C8668F5D0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92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23D6B-0EC0-FCB9-11CA-D520AE4CA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852A75-66E9-DF7F-E89F-26E3483BB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DF62B0-AD18-465A-3FDC-4E73A728B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327EFC-9BCB-BADC-6FEB-7FCC80830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B349E1-6565-6C91-F692-4ED8A71A19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CC63556-358D-0140-B76D-EAAA41D6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74F5-A5AA-4B94-9D00-3BFC06B82517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F687D79-C0E9-AAEA-FC9C-36D1E07A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2F0880-B52F-FD83-25E0-C85B2FDC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A439-0B56-48A2-9DC1-C8668F5D0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0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F3144-4AF3-1188-D3A7-DD156F6C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D8A419D-C135-8038-941A-67FA31FC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74F5-A5AA-4B94-9D00-3BFC06B82517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FB32F12-7ED5-11C2-F6E4-016A4FC8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9C2A66-F8FE-0534-FEEA-92663BAD8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A439-0B56-48A2-9DC1-C8668F5D0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36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3C9A293-7A44-6B98-AFDD-C46658B17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74F5-A5AA-4B94-9D00-3BFC06B82517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9F01DF3-BBB7-8144-C914-E03666FD7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D1B7C6-E3EC-E58A-4BA0-895304681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A439-0B56-48A2-9DC1-C8668F5D0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13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9887A-DCF8-9CE6-72A8-BF46D59B0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6E5121-7561-901F-8ACB-72F7E8483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6AE605-90E3-5CBB-AFD4-A44821C81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5BC6D3-379A-3303-C6AE-28E4243F0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74F5-A5AA-4B94-9D00-3BFC06B82517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3AEF2F-81E1-4156-CA22-B85AAA2F8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6000A6-8550-EE79-2085-15D97F7C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A439-0B56-48A2-9DC1-C8668F5D0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1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BAA19-E4D7-772D-56F5-BEE31524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522756-BFF5-1B9B-756C-BEDD54AEC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38904CB-560B-C1F0-0B8D-275C00DD0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C5410F-F335-AB6E-63ED-831940F48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74F5-A5AA-4B94-9D00-3BFC06B82517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BF1601-D848-96D9-D1CA-DFC1E9D2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AC1DED-C2E3-92C0-24DF-56C03D231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A439-0B56-48A2-9DC1-C8668F5D0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083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06570-80E9-6526-3C82-BAD470EF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FBA1A7-0AA9-FD29-2CD6-1F4B2244E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28F490-C019-A041-4E1B-FE6424B2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74F5-A5AA-4B94-9D00-3BFC06B82517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844F1B-2905-8D36-57AF-1D29119B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E7DB46-CF67-BB73-E24D-D744332B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A439-0B56-48A2-9DC1-C8668F5D0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804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C9B9A8-9F4A-AA23-3028-12A28667F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A83C15-CF6D-4AC3-3368-2A606C0E8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FDBF2A-FB0D-D80C-F657-BDC67ABB5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974F5-A5AA-4B94-9D00-3BFC06B82517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487D28-C591-41E7-D0A6-078F2FD13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2DAB07-29EA-8D6D-0632-B481B187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A439-0B56-48A2-9DC1-C8668F5D0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3950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1EB2C10-A69E-D279-19DC-04A504B9B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1C6675-A440-3838-0887-CC0A64C3A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2AAD6F-B13E-62B0-C2A2-94547F43B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974F5-A5AA-4B94-9D00-3BFC06B82517}" type="datetimeFigureOut">
              <a:rPr lang="pt-BR" smtClean="0"/>
              <a:t>04/09/2024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800931-BA73-EE39-52E6-1849C600D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7E1DE6-2D2C-76B9-1608-4E044F6E5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7A439-0B56-48A2-9DC1-C8668F5D0A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98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5046B-8EBC-D368-4111-7F9E71769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824F93-FB79-B726-BEE6-F4A9EDCFB8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014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B0187-5DE7-C6E1-7DD0-6E145EAA3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https://git-scm.com/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DB3A262-5EE2-9F36-3B0F-33AB57C6B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7863" y="1825625"/>
            <a:ext cx="5716273" cy="4351338"/>
          </a:xfrm>
        </p:spPr>
      </p:pic>
      <p:sp>
        <p:nvSpPr>
          <p:cNvPr id="7" name="Círculo: Vazio 6">
            <a:extLst>
              <a:ext uri="{FF2B5EF4-FFF2-40B4-BE49-F238E27FC236}">
                <a16:creationId xmlns:a16="http://schemas.microsoft.com/office/drawing/2014/main" id="{DA5D262B-337C-A2A9-A47E-8EEB32A34860}"/>
              </a:ext>
            </a:extLst>
          </p:cNvPr>
          <p:cNvSpPr/>
          <p:nvPr/>
        </p:nvSpPr>
        <p:spPr>
          <a:xfrm>
            <a:off x="3701988" y="4252404"/>
            <a:ext cx="2130641" cy="807868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54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45B7A4E3-D846-C01F-20D9-2034B2524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0472" y="1443885"/>
            <a:ext cx="6711055" cy="5098013"/>
          </a:xfr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B9777FF-0A84-5A50-5624-D0EA76FC0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868" y="316102"/>
            <a:ext cx="448627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1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CEE1B4-3EC5-8F90-2C8C-0CF5578DB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68677"/>
            <a:ext cx="10515600" cy="1190795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No seu computador criar uma pasta em seus documentos para os projetos, de preferencia chame a pasta de “Projeto”.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012DF16-D8F5-8230-E857-AD7068FF6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036" y="2643558"/>
            <a:ext cx="625792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58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F1B00-BE14-66A9-4884-0001E3D12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88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Criar a Conta no </a:t>
            </a:r>
            <a:r>
              <a:rPr lang="pt-BR" dirty="0" err="1"/>
              <a:t>github</a:t>
            </a:r>
            <a:br>
              <a:rPr lang="pt-BR" dirty="0"/>
            </a:br>
            <a:r>
              <a:rPr lang="pt-BR" dirty="0"/>
              <a:t>https://github.com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631E1F7-9299-B556-AAFB-302DCB83BC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9999"/>
            <a:ext cx="10515600" cy="4262589"/>
          </a:xfr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730A1479-6DB0-9421-D8D7-6B48B050FFAA}"/>
              </a:ext>
            </a:extLst>
          </p:cNvPr>
          <p:cNvSpPr/>
          <p:nvPr/>
        </p:nvSpPr>
        <p:spPr>
          <a:xfrm>
            <a:off x="10253339" y="2352582"/>
            <a:ext cx="585926" cy="122511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D0BD8AD-ABD4-5570-0696-2CEB9545D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89974"/>
            <a:ext cx="10525125" cy="4242614"/>
          </a:xfrm>
          <a:prstGeom prst="rect">
            <a:avLst/>
          </a:prstGeom>
        </p:spPr>
      </p:pic>
      <p:sp>
        <p:nvSpPr>
          <p:cNvPr id="9" name="Seta: para Cima 8">
            <a:extLst>
              <a:ext uri="{FF2B5EF4-FFF2-40B4-BE49-F238E27FC236}">
                <a16:creationId xmlns:a16="http://schemas.microsoft.com/office/drawing/2014/main" id="{975478B2-6FC1-17E7-1840-7ECF77796ABA}"/>
              </a:ext>
            </a:extLst>
          </p:cNvPr>
          <p:cNvSpPr/>
          <p:nvPr/>
        </p:nvSpPr>
        <p:spPr>
          <a:xfrm>
            <a:off x="7510509" y="4822190"/>
            <a:ext cx="550415" cy="90552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13B6E17-02DF-909D-A2BD-4C11FD24CB41}"/>
              </a:ext>
            </a:extLst>
          </p:cNvPr>
          <p:cNvSpPr txBox="1"/>
          <p:nvPr/>
        </p:nvSpPr>
        <p:spPr>
          <a:xfrm>
            <a:off x="4465468" y="5090285"/>
            <a:ext cx="278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Depois crie uma senha e um nome de usuário</a:t>
            </a:r>
          </a:p>
        </p:txBody>
      </p:sp>
    </p:spTree>
    <p:extLst>
      <p:ext uri="{BB962C8B-B14F-4D97-AF65-F5344CB8AC3E}">
        <p14:creationId xmlns:p14="http://schemas.microsoft.com/office/powerpoint/2010/main" val="141276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94C294-6653-6134-1F7F-56E005AC6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462" y="1253331"/>
            <a:ext cx="9459076" cy="4351338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BC47BF6-C318-2265-267F-D12E7B515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62" y="1166812"/>
            <a:ext cx="1035367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0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5324904-E42F-09C0-3B45-7E37BEE0E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528" y="812939"/>
            <a:ext cx="10546943" cy="5232122"/>
          </a:xfrm>
        </p:spPr>
      </p:pic>
    </p:spTree>
    <p:extLst>
      <p:ext uri="{BB962C8B-B14F-4D97-AF65-F5344CB8AC3E}">
        <p14:creationId xmlns:p14="http://schemas.microsoft.com/office/powerpoint/2010/main" val="3595483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561E9-B630-BFA2-D09C-13CCE2D3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Voltando para a pasta Criada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E9CB3A0-CF98-7814-BD8D-932D96C3F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0463" y="1515045"/>
            <a:ext cx="3873050" cy="4661918"/>
          </a:xfr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80F3C7E6-284A-D62B-FA35-59CCB5517ABD}"/>
              </a:ext>
            </a:extLst>
          </p:cNvPr>
          <p:cNvSpPr/>
          <p:nvPr/>
        </p:nvSpPr>
        <p:spPr>
          <a:xfrm>
            <a:off x="6631619" y="2290439"/>
            <a:ext cx="284086" cy="99429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21C0AFFD-1DE2-1753-B4F6-52AA7DF91F7F}"/>
              </a:ext>
            </a:extLst>
          </p:cNvPr>
          <p:cNvSpPr/>
          <p:nvPr/>
        </p:nvSpPr>
        <p:spPr>
          <a:xfrm>
            <a:off x="3844031" y="4802819"/>
            <a:ext cx="1571348" cy="4779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20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54255-FC8C-4CA8-5F7D-1BAA9A12F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Vai abrir o terminal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99037E1-30B6-A8EC-DD4B-2EEF355FB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6779" y="1825625"/>
            <a:ext cx="7318441" cy="4351338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94565C8-8391-1867-AD76-CC75639225E2}"/>
              </a:ext>
            </a:extLst>
          </p:cNvPr>
          <p:cNvSpPr txBox="1"/>
          <p:nvPr/>
        </p:nvSpPr>
        <p:spPr>
          <a:xfrm>
            <a:off x="683581" y="3204839"/>
            <a:ext cx="34889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Comando para iniciar:</a:t>
            </a:r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init</a:t>
            </a:r>
            <a:endParaRPr lang="pt-BR" dirty="0"/>
          </a:p>
          <a:p>
            <a:endParaRPr lang="pt-BR" dirty="0"/>
          </a:p>
          <a:p>
            <a:r>
              <a:rPr lang="pt-BR" dirty="0"/>
              <a:t>Comando para ver dentro da pasta:</a:t>
            </a:r>
          </a:p>
          <a:p>
            <a:r>
              <a:rPr lang="pt-BR" dirty="0" err="1"/>
              <a:t>git</a:t>
            </a:r>
            <a:r>
              <a:rPr lang="pt-BR" dirty="0"/>
              <a:t> status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D2C3478-EFD9-15CB-EC35-1588416F9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767" y="365125"/>
            <a:ext cx="7828233" cy="628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49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5AF9ED5-880E-8856-C37B-4D2BD3465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3261" y="1253331"/>
            <a:ext cx="5465478" cy="4351338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CE61597-0DBE-1F7D-C783-82A227C7CB7F}"/>
              </a:ext>
            </a:extLst>
          </p:cNvPr>
          <p:cNvSpPr txBox="1"/>
          <p:nvPr/>
        </p:nvSpPr>
        <p:spPr>
          <a:xfrm>
            <a:off x="301840" y="2210540"/>
            <a:ext cx="2814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Comando para adicionar:</a:t>
            </a:r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 “nome do arquivo”</a:t>
            </a:r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243B1402-D1DA-A358-4F9A-4F221B7D7343}"/>
              </a:ext>
            </a:extLst>
          </p:cNvPr>
          <p:cNvSpPr/>
          <p:nvPr/>
        </p:nvSpPr>
        <p:spPr>
          <a:xfrm>
            <a:off x="5126750" y="4172505"/>
            <a:ext cx="1442725" cy="22194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A27A6D24-B2F0-A38B-D99F-282C11CD259C}"/>
              </a:ext>
            </a:extLst>
          </p:cNvPr>
          <p:cNvSpPr/>
          <p:nvPr/>
        </p:nvSpPr>
        <p:spPr>
          <a:xfrm>
            <a:off x="5374637" y="4777616"/>
            <a:ext cx="1442725" cy="22194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4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7BAECE4-6762-FE91-C3C7-3EEBE9BE8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2393" y="1363987"/>
            <a:ext cx="5367214" cy="4351338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170A484-A557-0F34-DEC8-D5C5C01A632C}"/>
              </a:ext>
            </a:extLst>
          </p:cNvPr>
          <p:cNvSpPr txBox="1"/>
          <p:nvPr/>
        </p:nvSpPr>
        <p:spPr>
          <a:xfrm>
            <a:off x="355107" y="1775534"/>
            <a:ext cx="27165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 (</a:t>
            </a:r>
            <a:r>
              <a:rPr lang="pt-BR" dirty="0" err="1"/>
              <a:t>git</a:t>
            </a:r>
            <a:r>
              <a:rPr lang="pt-BR" dirty="0"/>
              <a:t> status) consigo ver em verde os arquivos que subiram</a:t>
            </a:r>
          </a:p>
          <a:p>
            <a:endParaRPr lang="pt-BR" dirty="0"/>
          </a:p>
          <a:p>
            <a:r>
              <a:rPr lang="pt-BR" dirty="0"/>
              <a:t>Com o comando adiciona tudo de uma vez:</a:t>
            </a:r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 .</a:t>
            </a:r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D9B91AAB-1453-BBC0-4960-9F25C9ED319B}"/>
              </a:ext>
            </a:extLst>
          </p:cNvPr>
          <p:cNvSpPr/>
          <p:nvPr/>
        </p:nvSpPr>
        <p:spPr>
          <a:xfrm>
            <a:off x="6986726" y="2698864"/>
            <a:ext cx="1376039" cy="73013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C1A53FC-204C-DACC-01D5-C8E22A7C6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393" y="810688"/>
            <a:ext cx="783907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B069B50-2512-AB11-2CC0-7EB9F8826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0177" y="653771"/>
            <a:ext cx="8106369" cy="5214367"/>
          </a:xfrm>
        </p:spPr>
      </p:pic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2B5B7EBB-F977-B611-422E-8A9FFA5941D7}"/>
              </a:ext>
            </a:extLst>
          </p:cNvPr>
          <p:cNvSpPr/>
          <p:nvPr/>
        </p:nvSpPr>
        <p:spPr>
          <a:xfrm>
            <a:off x="5415379" y="1482571"/>
            <a:ext cx="1562470" cy="39949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7E6077B5-1E10-7059-0A9F-7E2335606900}"/>
              </a:ext>
            </a:extLst>
          </p:cNvPr>
          <p:cNvSpPr/>
          <p:nvPr/>
        </p:nvSpPr>
        <p:spPr>
          <a:xfrm>
            <a:off x="8345010" y="3124940"/>
            <a:ext cx="1606858" cy="30406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979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4C14265-8E57-A712-74CC-14457633C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104" y="662018"/>
            <a:ext cx="10268661" cy="5533964"/>
          </a:xfrm>
        </p:spPr>
      </p:pic>
    </p:spTree>
    <p:extLst>
      <p:ext uri="{BB962C8B-B14F-4D97-AF65-F5344CB8AC3E}">
        <p14:creationId xmlns:p14="http://schemas.microsoft.com/office/powerpoint/2010/main" val="3221206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CC3C4-EEA2-FFEA-BE09-CAE9F65F9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um repositório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8ABE174-33FA-BF95-6245-5798185D3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3609" y="1825625"/>
            <a:ext cx="9564781" cy="4351338"/>
          </a:xfrm>
        </p:spPr>
      </p:pic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0F3DE389-874E-4E88-DC80-9664F488056C}"/>
              </a:ext>
            </a:extLst>
          </p:cNvPr>
          <p:cNvSpPr/>
          <p:nvPr/>
        </p:nvSpPr>
        <p:spPr>
          <a:xfrm>
            <a:off x="10626571" y="2512381"/>
            <a:ext cx="1198485" cy="36398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017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80338C2-5E17-669F-32FD-A4AE42F64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7462" y="817377"/>
            <a:ext cx="9017177" cy="5223245"/>
          </a:xfr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0A954129-E12E-CB9E-3E34-DFD33DC28705}"/>
              </a:ext>
            </a:extLst>
          </p:cNvPr>
          <p:cNvSpPr/>
          <p:nvPr/>
        </p:nvSpPr>
        <p:spPr>
          <a:xfrm>
            <a:off x="9756559" y="1491449"/>
            <a:ext cx="417251" cy="162461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FFEAA88-A33B-4588-12B2-70D493FA4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462" y="48827"/>
            <a:ext cx="8737076" cy="6791417"/>
          </a:xfrm>
          <a:prstGeom prst="rect">
            <a:avLst/>
          </a:prstGeom>
        </p:spPr>
      </p:pic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5120A9B3-2CC0-0735-E691-8082898E9DA1}"/>
              </a:ext>
            </a:extLst>
          </p:cNvPr>
          <p:cNvSpPr/>
          <p:nvPr/>
        </p:nvSpPr>
        <p:spPr>
          <a:xfrm>
            <a:off x="4554245" y="2432482"/>
            <a:ext cx="3124939" cy="4971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Pode colocar uma descrição</a:t>
            </a:r>
          </a:p>
        </p:txBody>
      </p:sp>
      <p:sp>
        <p:nvSpPr>
          <p:cNvPr id="10" name="Seta: para a Esquerda 9">
            <a:extLst>
              <a:ext uri="{FF2B5EF4-FFF2-40B4-BE49-F238E27FC236}">
                <a16:creationId xmlns:a16="http://schemas.microsoft.com/office/drawing/2014/main" id="{AA3532F4-6AA3-8A13-9C37-8345106E8BBD}"/>
              </a:ext>
            </a:extLst>
          </p:cNvPr>
          <p:cNvSpPr/>
          <p:nvPr/>
        </p:nvSpPr>
        <p:spPr>
          <a:xfrm>
            <a:off x="4252404" y="4021585"/>
            <a:ext cx="3977196" cy="60368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Coloca algo pra falar do projeto</a:t>
            </a:r>
          </a:p>
        </p:txBody>
      </p:sp>
    </p:spTree>
    <p:extLst>
      <p:ext uri="{BB962C8B-B14F-4D97-AF65-F5344CB8AC3E}">
        <p14:creationId xmlns:p14="http://schemas.microsoft.com/office/powerpoint/2010/main" val="235197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968BC8E-F800-5978-43BC-9C61095BE7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798" y="453393"/>
            <a:ext cx="10166403" cy="5951214"/>
          </a:xfrm>
        </p:spPr>
      </p:pic>
    </p:spTree>
    <p:extLst>
      <p:ext uri="{BB962C8B-B14F-4D97-AF65-F5344CB8AC3E}">
        <p14:creationId xmlns:p14="http://schemas.microsoft.com/office/powerpoint/2010/main" val="609276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3B6F70E-91E0-8710-0AF9-C9E78A5F9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1016" y="770700"/>
            <a:ext cx="9055400" cy="5221727"/>
          </a:xfrm>
        </p:spPr>
      </p:pic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5ABEC488-76BB-C261-BE63-73E738F67B70}"/>
              </a:ext>
            </a:extLst>
          </p:cNvPr>
          <p:cNvSpPr/>
          <p:nvPr/>
        </p:nvSpPr>
        <p:spPr>
          <a:xfrm>
            <a:off x="6702641" y="2343705"/>
            <a:ext cx="1615736" cy="41725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8052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BFE51E1-2DFD-B915-38F7-5AF7C208B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351" y="617629"/>
            <a:ext cx="11331743" cy="5622741"/>
          </a:xfrm>
        </p:spPr>
      </p:pic>
    </p:spTree>
    <p:extLst>
      <p:ext uri="{BB962C8B-B14F-4D97-AF65-F5344CB8AC3E}">
        <p14:creationId xmlns:p14="http://schemas.microsoft.com/office/powerpoint/2010/main" val="3895234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2762B7B-2508-C654-2D74-BDCDF090E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0521" y="409839"/>
            <a:ext cx="5430957" cy="6038321"/>
          </a:xfrm>
        </p:spPr>
      </p:pic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3C7AF17F-62F1-9F51-8A6E-A0B2B107C1FA}"/>
              </a:ext>
            </a:extLst>
          </p:cNvPr>
          <p:cNvSpPr/>
          <p:nvPr/>
        </p:nvSpPr>
        <p:spPr>
          <a:xfrm>
            <a:off x="8069802" y="4962617"/>
            <a:ext cx="1260629" cy="40837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613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45F6A-B4C7-9A46-5036-20961508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https://www.youtube.com/watch?v=sIahy_vrYLU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A8B213D-9986-54C9-36FA-540BE5AA2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933" y="1825625"/>
            <a:ext cx="6388134" cy="4351338"/>
          </a:xfrm>
        </p:spPr>
      </p:pic>
    </p:spTree>
    <p:extLst>
      <p:ext uri="{BB962C8B-B14F-4D97-AF65-F5344CB8AC3E}">
        <p14:creationId xmlns:p14="http://schemas.microsoft.com/office/powerpoint/2010/main" val="8009164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PresentationFormat>Widescreen</PresentationFormat>
  <Paragraphs>21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do Office</vt:lpstr>
      <vt:lpstr>Apresentação do PowerPoint</vt:lpstr>
      <vt:lpstr>https://git-scm.com/</vt:lpstr>
      <vt:lpstr>Apresentação do PowerPoint</vt:lpstr>
      <vt:lpstr>Apresentação do PowerPoint</vt:lpstr>
      <vt:lpstr>Criar a Conta no github https://github.com</vt:lpstr>
      <vt:lpstr>Apresentação do PowerPoint</vt:lpstr>
      <vt:lpstr>Apresentação do PowerPoint</vt:lpstr>
      <vt:lpstr>Voltando para a pasta Criada</vt:lpstr>
      <vt:lpstr>Vai abrir o terminal</vt:lpstr>
      <vt:lpstr>Apresentação do PowerPoint</vt:lpstr>
      <vt:lpstr>Apresentação do PowerPoint</vt:lpstr>
      <vt:lpstr>Apresentação do PowerPoint</vt:lpstr>
      <vt:lpstr>Apresentação do PowerPoint</vt:lpstr>
      <vt:lpstr>Criar um repositório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https://www.youtube.com/watch?v=sIahy_vrYLU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Keslei Carvalho Viana</dc:creator>
  <cp:lastModifiedBy>Joao Keslei Carvalho Viana</cp:lastModifiedBy>
  <cp:revision>1</cp:revision>
  <dcterms:created xsi:type="dcterms:W3CDTF">2024-09-05T01:16:45Z</dcterms:created>
  <dcterms:modified xsi:type="dcterms:W3CDTF">2024-09-05T01:17:27Z</dcterms:modified>
</cp:coreProperties>
</file>
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72591-612A-5595-B7A5-569E0A7AF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A6363A-6B4F-907E-E7C3-3E0DF6891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E2FC48-E07B-113B-DBC5-93EC82F7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AA20B5-327F-77D3-EB37-7FA15AFA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846FEA-71B0-5743-896A-4DC703A6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51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A1569-9B73-F0F3-9804-CDCF5343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42EF63-D82E-38E1-8923-1D75CDC4E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67E0EE-B8FF-D42B-3FBB-830ED4DE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48D9BA-5AE6-4C8F-70BC-EFA6CA303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D558E7-55AE-551E-BDE1-F5433CDD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741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E2927-826C-53E5-87BF-AC2B03BC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49CEEB-BD9D-5004-6C07-45353C4BF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5835CB-1F37-814F-C423-24FA9A6D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325D4A-EB67-F66D-ABA4-F3AD9812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974F7A-8BDF-43E7-02CB-82EA727C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667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C3FE3-7F1E-8D12-7B0B-69EAB343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49D03C-9398-8624-D9F4-0D9A37268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2DC186-439F-D365-F395-6B0EA34E3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1ACB76-8DCF-A115-987F-8645BA8B4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6D08F3-6E33-CBAE-6608-F87BA396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AC325D-E2F2-D0EB-B806-89AFC1E2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32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968DF-A1FA-2E24-9136-D11226F7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964389-2362-774A-0DB4-3A286167A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8D99F2-5264-C239-716D-7B8B58B9A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414B5D-36AB-E378-2287-896DC3071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DF3E69-D7D7-0F91-98CC-27CC6C8ED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3E891F6-DA82-7B98-E6A8-CC420A0C7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F30E6B9-0482-62C9-25CE-53DE0B00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1FA184-3189-154E-C5C4-675FD48F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294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47EF9-2BF1-AC46-69C0-6B9275D2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F4C569-7396-453D-12D1-FF2D7C7E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CC01BF-4E91-B810-2555-7C31C8A7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D7BC328-78D7-9873-3B0E-71C5DA18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57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1E67BB-BA8A-EAE3-4EDB-FF3C21BA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AEE7DE-67E5-BE3D-73A4-4AA49867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E7D0AD-6BAB-BDDE-B652-11D02FBD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55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AF5AA-621C-E5DE-5882-878BC3C1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3FCC44-36B0-ADEA-A3C3-06CEF7D6C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996950-D31E-39B6-C06B-6040DF6CD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B637C-2CAB-B209-06E6-B491CD2D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98AA75-44C0-A202-A309-F5935107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C7321B-BA95-9865-34B7-DE94A211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7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47BDF-5FCA-DAF8-E6DE-49F8DC9D5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1E1F69-D40B-FD45-1D80-BCAC97470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A3EB64-7758-9DE1-E5B5-4637F2184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FD2F10-C0BF-651C-F3DE-0939D13D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331437-B449-4564-EB40-4339CE6F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7F6969-7DAC-C564-1A5C-560BA2E7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53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EB5F7-B531-BCD5-B26F-3C51F91A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C85374-3994-575B-EF5B-70961F512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AF2C93-B177-CD4B-0AFA-C7156FE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E8EC65-3D22-62D3-2821-FDCAAD10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C337EC-678E-C1AB-A643-BE943B801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672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7A0BC7-0D1B-CB3B-E879-AE68AC1EA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F8CC60-6C10-96D3-E939-AA9B95915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5A866B-9EC9-5DD2-47D0-7F7B98EA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D7AD53-8A55-9857-AB08-513697A8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441BD1-A785-D777-79B1-11601A23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11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93914B3-2548-15C9-A764-E606440F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063EC0-2EF4-3DFC-71BD-A80827C6E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FEF288-70C0-8B07-9813-9CD92E5E9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60ADC-FD6C-4718-AFB5-65E5ABB35C7B}" type="datetimeFigureOut">
              <a:rPr lang="pt-BR" smtClean="0"/>
              <a:t>15/08/2024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F78C5E-2D3C-360D-53A8-F921BDA8E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68B074-9215-8DBA-0469-803282F23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C9F6A-D3DB-428D-8DA1-D372AC8A0C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038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74539-E1B6-D30E-E949-017575349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Vetores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3DC3A9-8BDC-0703-92A5-2FAEE4630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Professor: João Keslei</a:t>
            </a:r>
          </a:p>
        </p:txBody>
      </p:sp>
    </p:spTree>
    <p:extLst>
      <p:ext uri="{BB962C8B-B14F-4D97-AF65-F5344CB8AC3E}">
        <p14:creationId xmlns:p14="http://schemas.microsoft.com/office/powerpoint/2010/main" val="200641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B0889-A7D6-82FB-2238-1136071D0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Compostas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BF38AC3-815A-0DD9-ED3E-CBB69ECFF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8762"/>
            <a:ext cx="8105775" cy="3800475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EC56E84-5ABF-2FBC-217D-AC3D7F301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77043"/>
            <a:ext cx="5024715" cy="217663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43BD2D1-C69D-D39B-3ADD-A4845694E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685" y="4303685"/>
            <a:ext cx="2585293" cy="238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7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4BF4DAF-14E0-4F95-9FD2-59685B0F1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13" y="1782375"/>
            <a:ext cx="11308173" cy="3293249"/>
          </a:xfrm>
        </p:spPr>
      </p:pic>
    </p:spTree>
    <p:extLst>
      <p:ext uri="{BB962C8B-B14F-4D97-AF65-F5344CB8AC3E}">
        <p14:creationId xmlns:p14="http://schemas.microsoft.com/office/powerpoint/2010/main" val="397939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5F3112D-89A8-BDB6-0B5C-F7D8498A2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8042"/>
            <a:ext cx="12192000" cy="6561916"/>
          </a:xfrm>
        </p:spPr>
      </p:pic>
    </p:spTree>
    <p:extLst>
      <p:ext uri="{BB962C8B-B14F-4D97-AF65-F5344CB8AC3E}">
        <p14:creationId xmlns:p14="http://schemas.microsoft.com/office/powerpoint/2010/main" val="357882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B9B08CA-067A-C901-D62F-C865B9EA0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763" y="1965021"/>
            <a:ext cx="10636473" cy="2927958"/>
          </a:xfrm>
        </p:spPr>
      </p:pic>
    </p:spTree>
    <p:extLst>
      <p:ext uri="{BB962C8B-B14F-4D97-AF65-F5344CB8AC3E}">
        <p14:creationId xmlns:p14="http://schemas.microsoft.com/office/powerpoint/2010/main" val="318412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68AE5-768A-4BF4-A1C6-E12B0BA8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For it (Para Cada)Somente para Vetores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120B530-FAEF-F8EE-E794-C20E93B37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051" y="1759039"/>
            <a:ext cx="9459897" cy="4733836"/>
          </a:xfrm>
        </p:spPr>
      </p:pic>
    </p:spTree>
    <p:extLst>
      <p:ext uri="{BB962C8B-B14F-4D97-AF65-F5344CB8AC3E}">
        <p14:creationId xmlns:p14="http://schemas.microsoft.com/office/powerpoint/2010/main" val="895349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BD00553-2E8F-14F3-E4A8-2814C5B5F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169" y="1911292"/>
            <a:ext cx="8425661" cy="3035416"/>
          </a:xfrm>
        </p:spPr>
      </p:pic>
    </p:spTree>
    <p:extLst>
      <p:ext uri="{BB962C8B-B14F-4D97-AF65-F5344CB8AC3E}">
        <p14:creationId xmlns:p14="http://schemas.microsoft.com/office/powerpoint/2010/main" val="236052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693AFC8-2A2A-1D1A-E172-26583192D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6855"/>
            <a:ext cx="12192000" cy="6604289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26D239C-2F6D-6F2E-B7B0-A7ED2E58B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1304925"/>
            <a:ext cx="654367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8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9F18FD7-F7FD-C305-6D0D-5C31B34D5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9801"/>
            <a:ext cx="12192000" cy="663839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48856A2-0307-348F-295E-6A6270BE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415" y="728662"/>
            <a:ext cx="9058275" cy="54006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9B6B3C7-D885-8E62-D413-B66DCF18B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987" y="147637"/>
            <a:ext cx="9344025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4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B78AECC-A1B9-6A8B-CDEE-4E18871511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6250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6337C37-2B8D-07C9-8F95-D1A4ED0BD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501" y="754603"/>
            <a:ext cx="7783499" cy="615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16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Vetores</vt:lpstr>
      <vt:lpstr>Variáveis Compostas</vt:lpstr>
      <vt:lpstr>Apresentação do PowerPoint</vt:lpstr>
      <vt:lpstr>Apresentação do PowerPoint</vt:lpstr>
      <vt:lpstr>Apresentação do PowerPoint</vt:lpstr>
      <vt:lpstr>For it (Para Cada)Somente para Vetores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Keslei Carvalho Viana</dc:creator>
  <cp:lastModifiedBy>Joao Keslei Carvalho Viana</cp:lastModifiedBy>
  <cp:revision>3</cp:revision>
  <dcterms:created xsi:type="dcterms:W3CDTF">2024-08-15T20:25:42Z</dcterms:created>
  <dcterms:modified xsi:type="dcterms:W3CDTF">2024-08-15T21:59:56Z</dcterms:modified>
</cp:coreProperties>
</file>
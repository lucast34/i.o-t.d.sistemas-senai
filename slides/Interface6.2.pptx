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F9C52E-7939-D6E3-7FE8-C3A0A5B7E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8E11A2-0118-FFFD-D3B1-FF64D6A20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4B48C7-DD3F-5320-E5EE-5DC2B6455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F135A-84BC-48B9-B20A-2284559A8FB3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F3BD58-46FA-87EC-592E-0E751B699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B88BFA-1AD9-FD35-4CA3-31E262D8A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32AF-F49D-4CAF-B997-78C4BD3E4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515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A49EDD-90AA-1065-7E33-956B45D6C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2F84B9-BCF9-B285-2B9F-ACFE99DAF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83000B-AD3D-9F6B-FBBD-4DBE8E069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F135A-84BC-48B9-B20A-2284559A8FB3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424346-3F44-9200-F130-C1634C51E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985C95-7ADD-A383-A284-596FF621B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32AF-F49D-4CAF-B997-78C4BD3E4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446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DF8FE-2441-010C-C927-8EB2A5AB5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714E19-9213-4B57-9F5A-50CB5C2A3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D6A116-7EED-6722-1208-B5B1C607F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F135A-84BC-48B9-B20A-2284559A8FB3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182BC1-4CED-1199-AEBD-14345FD0D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5FBC36-80CD-E2E1-9FC3-59E8AD55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32AF-F49D-4CAF-B997-78C4BD3E4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457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63C1D6-375D-4420-F1BC-EEB4D0887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CDA1E1-61F1-C5C5-313B-C6F1845F55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F41601-5023-E29A-E9C2-DE1B6D66E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BEC14AB-489E-E4B2-C30C-197AF4C08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F135A-84BC-48B9-B20A-2284559A8FB3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7E3414-8342-D6A0-7D12-4D3125064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8476DC-3367-A91A-03CC-155820413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32AF-F49D-4CAF-B997-78C4BD3E4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4093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0C297-5B57-2FE3-1274-E807B2A88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F2BBA4-51C6-2488-B908-0EDE0574E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1570AD-04C0-9E32-AC5F-B5A0D8218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B1B1E33-03A0-74F8-ABAF-CAD91A1F07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9851EC4-BA8D-A21B-678C-3EE5894A5E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5C73EFB-CA5F-3369-DD9B-3F00F9B5C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F135A-84BC-48B9-B20A-2284559A8FB3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70F724C-00C7-5E61-B9C0-2F4B2E392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F8FBBE9-7586-BD0B-DB23-86CAEDA02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32AF-F49D-4CAF-B997-78C4BD3E4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8824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C888F-F9A8-4986-09F8-B8A6EC9E2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2FD00B2-027A-279C-6696-B731AC8B3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F135A-84BC-48B9-B20A-2284559A8FB3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86096A-29D0-6103-3E50-073A3B0FA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C37AC5C-1B97-500D-C59E-2135EC512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32AF-F49D-4CAF-B997-78C4BD3E4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7435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B4DFBF6-4A23-3D2A-3228-51B92D84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F135A-84BC-48B9-B20A-2284559A8FB3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03A343F-EFEF-2B39-7460-F9BAF5F9B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2A2470-BBDD-3963-A5D1-F22A0BB4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32AF-F49D-4CAF-B997-78C4BD3E4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072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FE9CE-065A-97D7-2A9D-5CEDAE480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8D790E-037F-277C-0DAD-BEE37F2CE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6C7000-21D7-4571-A533-1D01A3E5E4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27C4AB-EEBC-E03F-EB31-DD9219805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F135A-84BC-48B9-B20A-2284559A8FB3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A49D56-68F5-8DC9-4ACC-D3293B44D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FAAB56-A13D-8BC7-8855-81A21A203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32AF-F49D-4CAF-B997-78C4BD3E4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5497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D1C8DE-363A-99D7-88F0-8B29B940A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2AE52C0-C9EE-2418-43A1-692D096A1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A34B9A2-05C3-BFCD-9491-109DE34816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897C68-0DD5-C5D8-5F24-6F2532653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F135A-84BC-48B9-B20A-2284559A8FB3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DCF396-4CA0-90AE-6C1E-9D2A09CDE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CB982E-F2E3-988B-C705-7247D1088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32AF-F49D-4CAF-B997-78C4BD3E4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1664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4D7E59-54B8-63BA-63E9-CABF44B7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B132AD8-A9CB-B4BD-008A-65AF72718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E0836C-07A7-334E-CD36-912FAD2EA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F135A-84BC-48B9-B20A-2284559A8FB3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5D38BB-B8AA-FB0E-DB38-3E89E6230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A7DC5D-7E05-BB90-A3F3-C9CA1AC0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32AF-F49D-4CAF-B997-78C4BD3E4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6004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5272033-449B-DE64-779B-B627E220D1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EC93BE0-2982-A2E6-7F96-5FA90A9D5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718914-F443-5786-EC79-D46DFCCDE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F135A-84BC-48B9-B20A-2284559A8FB3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2C26ED-8CCC-0B7F-4626-308A1A575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8C5D25-5BAB-0E21-723D-FE941B6D1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E32AF-F49D-4CAF-B997-78C4BD3E4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535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D5F8797-8C47-9F82-5123-F13C9802D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8D2D43-AB87-040F-745D-F739DCF8D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057A4A-9CCF-4C1A-C4AF-BEE822AF9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F135A-84BC-48B9-B20A-2284559A8FB3}" type="datetimeFigureOut">
              <a:rPr lang="pt-BR" smtClean="0"/>
              <a:t>08/05/2025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27E1F7-D13B-F354-BB22-B35E8F9B44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AFA65E-7FBF-9BB1-C815-76A215A69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E32AF-F49D-4CAF-B997-78C4BD3E4D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57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7A5F0-B63B-F6B0-0D00-1CDD8DF2CE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>
                <a:solidFill>
                  <a:srgbClr val="0817FF"/>
                </a:solidFill>
                <a:latin typeface="Asap"/>
              </a:rPr>
              <a:t>Interface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5E6788-A6C8-1B1B-D6D3-D8CAE67794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João </a:t>
            </a:r>
            <a:r>
              <a:rPr lang="pt-BR" dirty="0" err="1"/>
              <a:t>Keslei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9589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AC696174-04FB-5B43-7B72-2E8A33B4A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270" y="98611"/>
            <a:ext cx="40055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72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EA46FD9-36D3-172B-9196-6CDFD191B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049" y="0"/>
            <a:ext cx="4250339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2B026DD-75C5-C65A-FE58-2F4C4BCFFE76}"/>
              </a:ext>
            </a:extLst>
          </p:cNvPr>
          <p:cNvSpPr txBox="1"/>
          <p:nvPr/>
        </p:nvSpPr>
        <p:spPr>
          <a:xfrm>
            <a:off x="1256908" y="117446"/>
            <a:ext cx="1736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VANTAGENS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7F59110-BA21-C5F0-C6C2-A27A382FB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890" y="0"/>
            <a:ext cx="4181061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1A261D4-A5E4-5BFF-2D8A-3603D1606989}"/>
              </a:ext>
            </a:extLst>
          </p:cNvPr>
          <p:cNvSpPr txBox="1"/>
          <p:nvPr/>
        </p:nvSpPr>
        <p:spPr>
          <a:xfrm>
            <a:off x="8607105" y="117446"/>
            <a:ext cx="2701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Interface não tem atributos apenas Métodos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B819BB0-BC50-A4F4-F794-B7155414314E}"/>
              </a:ext>
            </a:extLst>
          </p:cNvPr>
          <p:cNvSpPr txBox="1"/>
          <p:nvPr/>
        </p:nvSpPr>
        <p:spPr>
          <a:xfrm>
            <a:off x="6511614" y="2902591"/>
            <a:ext cx="2083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Métodos Abstratos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01293FA-1E7D-570F-98CD-EB1938409694}"/>
              </a:ext>
            </a:extLst>
          </p:cNvPr>
          <p:cNvSpPr txBox="1"/>
          <p:nvPr/>
        </p:nvSpPr>
        <p:spPr>
          <a:xfrm>
            <a:off x="10687574" y="2281806"/>
            <a:ext cx="15044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Possui todos os Métodos da Interface, para ser implementado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1757034-313B-0991-10E5-4F3A8728A0AF}"/>
              </a:ext>
            </a:extLst>
          </p:cNvPr>
          <p:cNvSpPr txBox="1"/>
          <p:nvPr/>
        </p:nvSpPr>
        <p:spPr>
          <a:xfrm>
            <a:off x="8892330" y="5654180"/>
            <a:ext cx="19388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Possui também todos os Métodos especiais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FE14C77-2AA6-B510-E3E8-B1BED6875B5C}"/>
              </a:ext>
            </a:extLst>
          </p:cNvPr>
          <p:cNvSpPr txBox="1"/>
          <p:nvPr/>
        </p:nvSpPr>
        <p:spPr>
          <a:xfrm>
            <a:off x="5545123" y="176169"/>
            <a:ext cx="10357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Primeiro criar a Interface</a:t>
            </a:r>
          </a:p>
        </p:txBody>
      </p:sp>
    </p:spTree>
    <p:extLst>
      <p:ext uri="{BB962C8B-B14F-4D97-AF65-F5344CB8AC3E}">
        <p14:creationId xmlns:p14="http://schemas.microsoft.com/office/powerpoint/2010/main" val="1203292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9184C25-DF87-743C-3DE9-87BCB2E64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81675" cy="6858000"/>
          </a:xfrm>
          <a:prstGeom prst="rect">
            <a:avLst/>
          </a:prstGeom>
        </p:spPr>
      </p:pic>
      <p:sp>
        <p:nvSpPr>
          <p:cNvPr id="6" name="Texto Explicativo: Linha 5">
            <a:extLst>
              <a:ext uri="{FF2B5EF4-FFF2-40B4-BE49-F238E27FC236}">
                <a16:creationId xmlns:a16="http://schemas.microsoft.com/office/drawing/2014/main" id="{5133952C-B819-6167-71D0-4127510A53E8}"/>
              </a:ext>
            </a:extLst>
          </p:cNvPr>
          <p:cNvSpPr/>
          <p:nvPr/>
        </p:nvSpPr>
        <p:spPr>
          <a:xfrm>
            <a:off x="3003259" y="3049399"/>
            <a:ext cx="2676088" cy="394282"/>
          </a:xfrm>
          <a:prstGeom prst="borderCallout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Implementado em outro lugar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9F10D5A-CED7-B021-893F-9D234B27C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193" y="0"/>
            <a:ext cx="5480807" cy="6858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28194C5-9448-52F9-E408-A2417348B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820" y="0"/>
            <a:ext cx="5066951" cy="6858000"/>
          </a:xfrm>
          <a:prstGeom prst="rect">
            <a:avLst/>
          </a:prstGeom>
        </p:spPr>
      </p:pic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F17B797C-4BEB-FAB8-DF42-B488BF0AEE03}"/>
              </a:ext>
            </a:extLst>
          </p:cNvPr>
          <p:cNvSpPr/>
          <p:nvPr/>
        </p:nvSpPr>
        <p:spPr>
          <a:xfrm>
            <a:off x="2265028" y="822121"/>
            <a:ext cx="1375794" cy="5788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562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A772F91-52C2-F76C-65FA-F7A12E54B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53175" cy="4829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371DF19-FDEF-07FF-47B8-AAF49CD7F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175" y="0"/>
            <a:ext cx="5838825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96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B217594-CCB4-72C4-6855-AF3F6DDA7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96534" cy="6858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88D8316-0707-582F-5AD5-3146A8690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535" y="0"/>
            <a:ext cx="3856004" cy="559854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258F306-5BD5-1D31-0515-A523D10DF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539" y="0"/>
            <a:ext cx="3821503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885B0BE-2EC8-9EEE-A0EF-D66A90E2E575}"/>
              </a:ext>
            </a:extLst>
          </p:cNvPr>
          <p:cNvSpPr txBox="1"/>
          <p:nvPr/>
        </p:nvSpPr>
        <p:spPr>
          <a:xfrm>
            <a:off x="4796286" y="6043605"/>
            <a:ext cx="320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Implementa os </a:t>
            </a:r>
            <a:r>
              <a:rPr lang="pt-BR" dirty="0" err="1"/>
              <a:t>Getters</a:t>
            </a:r>
            <a:r>
              <a:rPr lang="pt-BR" dirty="0"/>
              <a:t> e </a:t>
            </a:r>
            <a:r>
              <a:rPr lang="pt-BR" dirty="0" err="1"/>
              <a:t>Setters</a:t>
            </a:r>
            <a:endParaRPr lang="pt-BR" dirty="0"/>
          </a:p>
        </p:txBody>
      </p:sp>
      <p:sp>
        <p:nvSpPr>
          <p:cNvPr id="2" name="Seta: Dobrada para Cima 1">
            <a:extLst>
              <a:ext uri="{FF2B5EF4-FFF2-40B4-BE49-F238E27FC236}">
                <a16:creationId xmlns:a16="http://schemas.microsoft.com/office/drawing/2014/main" id="{C2469781-CBDE-462A-9084-F3CE48AEC569}"/>
              </a:ext>
            </a:extLst>
          </p:cNvPr>
          <p:cNvSpPr/>
          <p:nvPr/>
        </p:nvSpPr>
        <p:spPr>
          <a:xfrm>
            <a:off x="9328557" y="545284"/>
            <a:ext cx="1510019" cy="58723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Colocar por ultimo</a:t>
            </a:r>
          </a:p>
        </p:txBody>
      </p:sp>
    </p:spTree>
    <p:extLst>
      <p:ext uri="{BB962C8B-B14F-4D97-AF65-F5344CB8AC3E}">
        <p14:creationId xmlns:p14="http://schemas.microsoft.com/office/powerpoint/2010/main" val="1940820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56EEBEA-5DD2-632C-26A4-3CEF7A7C4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456337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28B2071-8441-4191-AF18-50D5E8372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4" y="0"/>
            <a:ext cx="5629275" cy="4962525"/>
          </a:xfrm>
          <a:prstGeom prst="rect">
            <a:avLst/>
          </a:prstGeom>
        </p:spPr>
      </p:pic>
      <p:sp>
        <p:nvSpPr>
          <p:cNvPr id="2" name="Seta: para a Esquerda 1">
            <a:extLst>
              <a:ext uri="{FF2B5EF4-FFF2-40B4-BE49-F238E27FC236}">
                <a16:creationId xmlns:a16="http://schemas.microsoft.com/office/drawing/2014/main" id="{D4E73F53-7511-F232-4CE4-F55BE1466275}"/>
              </a:ext>
            </a:extLst>
          </p:cNvPr>
          <p:cNvSpPr/>
          <p:nvPr/>
        </p:nvSpPr>
        <p:spPr>
          <a:xfrm>
            <a:off x="1199625" y="151002"/>
            <a:ext cx="2827090" cy="444616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Sobre Escrever</a:t>
            </a:r>
          </a:p>
        </p:txBody>
      </p:sp>
    </p:spTree>
    <p:extLst>
      <p:ext uri="{BB962C8B-B14F-4D97-AF65-F5344CB8AC3E}">
        <p14:creationId xmlns:p14="http://schemas.microsoft.com/office/powerpoint/2010/main" val="1111740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17096D75-1268-EB2C-A4C4-E7E31C782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0192"/>
            <a:ext cx="6096000" cy="62388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160BE01-B8A4-BA96-9526-D6AA90D65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963" y="30192"/>
            <a:ext cx="40667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165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F70E8AA-C3AD-D778-774C-48D41E026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6211019" cy="477040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435307F-DE58-EBDE-6369-704B64A00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66226"/>
            <a:ext cx="6211019" cy="319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232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4EDB431-146D-FF88-75D1-E80659A49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637" y="444350"/>
            <a:ext cx="80867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6253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46</Words>
  <Application>Microsoft Office PowerPoint</Application>
  <PresentationFormat>Widescreen</PresentationFormat>
  <Paragraphs>12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Asap</vt:lpstr>
      <vt:lpstr>Calibri</vt:lpstr>
      <vt:lpstr>Calibri Light</vt:lpstr>
      <vt:lpstr>Tema do Office</vt:lpstr>
      <vt:lpstr>Interface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Encapsulamento</dc:title>
  <dc:creator>Jkesley</dc:creator>
  <cp:lastModifiedBy>Joao Keslei Carvalho Viana</cp:lastModifiedBy>
  <cp:revision>4</cp:revision>
  <dcterms:created xsi:type="dcterms:W3CDTF">2023-02-10T00:08:22Z</dcterms:created>
  <dcterms:modified xsi:type="dcterms:W3CDTF">2025-05-08T12:53:48Z</dcterms:modified>
</cp:coreProperties>
</file>
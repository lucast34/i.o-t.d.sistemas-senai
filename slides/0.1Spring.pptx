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6" r:id="rId43"/>
    <p:sldId id="299" r:id="rId44"/>
    <p:sldId id="300" r:id="rId45"/>
    <p:sldId id="301" r:id="rId46"/>
    <p:sldId id="298" r:id="rId47"/>
    <p:sldId id="302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3A79A-8282-4EE9-8208-3346E75C7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3E6676-DD6E-43E9-B89A-B371AC8D5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536A6A-BFE9-47BC-8809-3FF9D1A0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049FFA-F64B-4069-8525-4ED36EF7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6E886F-8AB1-4FF0-88C7-560C0219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9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D2F9A-8D18-4796-9163-42CE0F2E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06B66A-04C1-4874-B26B-9F160E3C4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AEF50D-7A93-43FA-8D9F-09468CCE0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881B32-C2D9-4558-AB29-3A12032E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16D712-6767-4F51-A0C6-D46EC889F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15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7FBFF-4401-407D-BE01-2F8FD4B3E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985F7-AD5A-41C1-9DEC-49DDD6DB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58225C-B21C-4075-8AA2-DE130E5D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F63D97-BFA2-42BD-A118-55052105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E8582D-3595-44D3-8968-42D46DBC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81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EBC3C-802C-4DF8-8007-C8F72805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44490-DED4-4850-82C5-87A768B54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931DC3-30A2-417E-A0B6-6814827EC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54C943-964A-4158-8A93-358CA9B7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761DA1-E922-4B7A-B8A6-6EFDE3A4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7BBAC7-4220-47A7-B0BA-653080A2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39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CC9D6E-8C65-4225-A24C-495A6F1D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8CC558-7ECA-4023-894A-1FEB83380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A5CAED-B16B-4F78-8F32-D05C8D4B0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367B9C-A93F-4353-A289-D7307CC12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8217AE-5568-4D72-9D38-37F5CC54A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70AE07-6EB0-4477-987A-2AB3041C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4ECAD55-A5CD-4D48-AC21-880156F7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9402BC-DEAE-4477-ADA8-4D5C976D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218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2F327-7B3F-415F-89C7-2ED6D4FC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2AC8601-5027-4CEE-B50C-CBCC284B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EFA5EC2-A87F-4937-A999-0A9F7C3B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BF0DBF-99C1-42BA-AAA0-6D9C73F1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415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6694FE-CD27-472D-AB32-7AE1DB77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B764C6D-9132-4975-9024-E513B675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B0CB8B-78A6-4BED-87A6-435FFBCC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37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9FED3-1DF4-489F-AA78-BC76623F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D7D61-A7D9-4B4A-B605-5E54AD621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81D99EB-2719-4B49-AD17-B03698161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CD28C4-6A8C-4A18-8F0C-868B9134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F793B4-333E-4460-B435-66C1E296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EFE17F-0A6B-4059-A802-D84E9043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535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BF4EF-FBBB-4512-9A7A-580D9D88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D2A6A3-CDCD-4908-B47D-DD73DDA5D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75F0DD-B388-478E-9309-A08AC5386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ECD04C-DE86-49DD-9172-6024216ED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AE73DA-D93C-45D2-B567-91939788B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9F78FA-2890-4E28-A3D2-EFBFFE05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09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1EA54-8124-4D46-8511-AC8534EA6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EE5609-31DF-4EB0-9B42-922AAA9D7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FDE9A-999A-4E1D-9511-476145A3B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430A12-C25F-49EE-88E9-55AB887C4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E89D6-A295-4317-92DA-468408DF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82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55BE71-E6E9-4A87-B3F8-7FAADBC7D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6E8C0A-1ABE-4601-9A4A-99E118FBB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9BAECC-0535-40A6-AAFE-78211116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998EBD-D639-4447-8DFF-A77F28D1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953FE4-0188-4FD7-A1DA-978E813C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34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0EBA83-7886-47CF-AE5F-474A6749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E05CE9-CA33-40C1-BB3E-838A2C86F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EE4585-676A-4C47-A956-A537E7B4D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9490E-330E-46EA-9032-1976A3E1383D}" type="datetimeFigureOut">
              <a:rPr lang="pt-BR" smtClean="0"/>
              <a:t>12/06/2025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D276E1-CCDC-4CFB-A860-369CBF1C3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38662F-6FCC-4725-9AF6-8F9A11633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CCD56-453A-4966-AB8C-D071CE89AB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89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4BBD3-259E-4683-9CCF-3F2C085F2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BR" b="1" dirty="0"/>
            </a:br>
            <a:br>
              <a:rPr lang="pt-BR" b="1" dirty="0"/>
            </a:br>
            <a:r>
              <a:rPr lang="pt-BR" b="1" dirty="0"/>
              <a:t>0.1</a:t>
            </a:r>
            <a:br>
              <a:rPr lang="pt-BR" b="1" dirty="0"/>
            </a:br>
            <a:r>
              <a:rPr lang="pt-BR" b="1" dirty="0"/>
              <a:t>CRUD Java com Spring Boot 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61F69A-809F-447F-8953-20A6ACBE7B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Professor: João Keslei</a:t>
            </a:r>
          </a:p>
        </p:txBody>
      </p:sp>
    </p:spTree>
    <p:extLst>
      <p:ext uri="{BB962C8B-B14F-4D97-AF65-F5344CB8AC3E}">
        <p14:creationId xmlns:p14="http://schemas.microsoft.com/office/powerpoint/2010/main" val="2325442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000F173-0B0D-4073-8AFC-E3DA958B6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41" y="420976"/>
            <a:ext cx="8726118" cy="12288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C3DF67A-D777-4453-83B9-6198727A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862" y="1883382"/>
            <a:ext cx="8602275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3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143D23A-D316-434D-AB5A-8D853980D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633" y="744742"/>
            <a:ext cx="10896734" cy="536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9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F1A9B7E-9046-4B1A-A07E-F518CFA92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432" y="549742"/>
            <a:ext cx="9559136" cy="575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8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87945EA-B504-47DB-A1C5-EE34706DA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0752" y="1397638"/>
            <a:ext cx="5250496" cy="40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9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C7F10-60A8-43C4-A62C-F48135A36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6"/>
            <a:ext cx="10515600" cy="567204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Criando o Projeto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3D7748C-2F8C-4BAB-8FC0-309BC563F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024" y="1054660"/>
            <a:ext cx="9641951" cy="539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22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367C792-D5B6-4DBD-BDA9-B0C8FEA91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552" y="558706"/>
            <a:ext cx="11542461" cy="574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3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B4B65-8E40-4760-A7AF-1ECA30A10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Organizar o Projeto </a:t>
            </a:r>
            <a:br>
              <a:rPr lang="pt-BR" dirty="0"/>
            </a:br>
            <a:r>
              <a:rPr lang="pt-BR" dirty="0"/>
              <a:t>Arquitetura de Camada Simples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9A9D061-79E5-46FC-9F50-97260E57E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411" y="2004919"/>
            <a:ext cx="5333177" cy="435133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BACA12E-3A87-47C2-86F7-79EF19C0C407}"/>
              </a:ext>
            </a:extLst>
          </p:cNvPr>
          <p:cNvSpPr txBox="1"/>
          <p:nvPr/>
        </p:nvSpPr>
        <p:spPr>
          <a:xfrm>
            <a:off x="439271" y="3065929"/>
            <a:ext cx="25280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Básico que funciona!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C13A5C-C113-4C24-AAAE-991E2742D9D9}"/>
              </a:ext>
            </a:extLst>
          </p:cNvPr>
          <p:cNvSpPr txBox="1"/>
          <p:nvPr/>
        </p:nvSpPr>
        <p:spPr>
          <a:xfrm>
            <a:off x="9457763" y="3155577"/>
            <a:ext cx="1851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Básico bem feito!</a:t>
            </a:r>
          </a:p>
        </p:txBody>
      </p:sp>
    </p:spTree>
    <p:extLst>
      <p:ext uri="{BB962C8B-B14F-4D97-AF65-F5344CB8AC3E}">
        <p14:creationId xmlns:p14="http://schemas.microsoft.com/office/powerpoint/2010/main" val="63962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05D3A-FF7E-4B94-9694-A3CF366E6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004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Criar novo pacote – </a:t>
            </a:r>
            <a:r>
              <a:rPr lang="pt-BR" dirty="0" err="1"/>
              <a:t>infrastructure</a:t>
            </a:r>
            <a:r>
              <a:rPr lang="pt-BR" dirty="0"/>
              <a:t>, </a:t>
            </a:r>
            <a:r>
              <a:rPr lang="pt-BR" dirty="0" err="1"/>
              <a:t>controller</a:t>
            </a:r>
            <a:r>
              <a:rPr lang="pt-BR" dirty="0"/>
              <a:t> e business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5AB9724-E29E-4BDF-AAC9-61BA207D8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83" y="1592452"/>
            <a:ext cx="9981433" cy="5110911"/>
          </a:xfrm>
          <a:prstGeom prst="rect">
            <a:avLst/>
          </a:prstGeom>
        </p:spPr>
      </p:pic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FEAB305-A903-4A02-A46C-3D8E16DA9176}"/>
              </a:ext>
            </a:extLst>
          </p:cNvPr>
          <p:cNvSpPr/>
          <p:nvPr/>
        </p:nvSpPr>
        <p:spPr>
          <a:xfrm>
            <a:off x="1604682" y="4025153"/>
            <a:ext cx="978408" cy="759786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732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833808D-A9D6-4FC4-997F-6E94C5D6E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521" y="1511993"/>
            <a:ext cx="8642976" cy="4530219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DB8205E7-165A-43B6-AC95-C537B7A316C7}"/>
              </a:ext>
            </a:extLst>
          </p:cNvPr>
          <p:cNvSpPr/>
          <p:nvPr/>
        </p:nvSpPr>
        <p:spPr>
          <a:xfrm>
            <a:off x="3720353" y="377710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1DD65544-46E2-4A54-AE8D-73AD07F114EC}"/>
              </a:ext>
            </a:extLst>
          </p:cNvPr>
          <p:cNvSpPr/>
          <p:nvPr/>
        </p:nvSpPr>
        <p:spPr>
          <a:xfrm>
            <a:off x="6624918" y="4195481"/>
            <a:ext cx="978408" cy="484632"/>
          </a:xfrm>
          <a:prstGeom prst="lef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AC4171-7AD5-43AF-A845-35136192418F}"/>
              </a:ext>
            </a:extLst>
          </p:cNvPr>
          <p:cNvSpPr txBox="1"/>
          <p:nvPr/>
        </p:nvSpPr>
        <p:spPr>
          <a:xfrm>
            <a:off x="1622521" y="277179"/>
            <a:ext cx="8642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Criar dois pacotes em </a:t>
            </a:r>
            <a:r>
              <a:rPr lang="pt-BR" sz="3600" dirty="0" err="1"/>
              <a:t>infrastructure-entitys</a:t>
            </a:r>
            <a:r>
              <a:rPr lang="pt-BR" sz="3600" dirty="0"/>
              <a:t> e </a:t>
            </a:r>
            <a:r>
              <a:rPr lang="pt-BR" sz="3600" dirty="0" err="1"/>
              <a:t>repository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202996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FA56A0B-6E99-4FF6-9482-C824AB896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736" y="421537"/>
            <a:ext cx="9157287" cy="601492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B7B1E0A-5469-42D8-A2F8-435229C00E54}"/>
              </a:ext>
            </a:extLst>
          </p:cNvPr>
          <p:cNvSpPr txBox="1"/>
          <p:nvPr/>
        </p:nvSpPr>
        <p:spPr>
          <a:xfrm>
            <a:off x="259977" y="1434353"/>
            <a:ext cx="22232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/>
              <a:t>Criar classe, usuário em </a:t>
            </a:r>
            <a:r>
              <a:rPr lang="pt-BR" sz="3600" dirty="0" err="1"/>
              <a:t>entitys</a:t>
            </a:r>
            <a:endParaRPr lang="pt-BR" sz="3600" dirty="0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DD6737EF-A619-4AA4-827A-5C3E40D67287}"/>
              </a:ext>
            </a:extLst>
          </p:cNvPr>
          <p:cNvSpPr/>
          <p:nvPr/>
        </p:nvSpPr>
        <p:spPr>
          <a:xfrm>
            <a:off x="3352800" y="30928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14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2C8E2A8E-0FD8-42E2-8E11-E028E1FE0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1944" y="288475"/>
            <a:ext cx="1060565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Esse código define uma </a:t>
            </a:r>
            <a:r>
              <a:rPr kumimoji="0" lang="pt-BR" altLang="pt-BR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entidade JPA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chamada Usuario, utilizando </a:t>
            </a:r>
            <a:r>
              <a:rPr kumimoji="0" lang="pt-BR" altLang="pt-BR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anotações do Jakarta Persistence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Lombok</a:t>
            </a: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simplificar a escrita de código.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D07986C-E4A8-403D-B305-97E8CAC73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48" y="1488804"/>
            <a:ext cx="9459645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93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AF2EFBB-6AE3-4709-BC1B-A6C4F556A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851" y="462540"/>
            <a:ext cx="10628298" cy="593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32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26E7868-327E-436E-91B5-1DC121767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016" y="1853195"/>
            <a:ext cx="10497967" cy="315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07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7795284-FD85-4A8C-B2D6-383687E46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9224" y="1"/>
            <a:ext cx="9917619" cy="518159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EBADE2C-D417-4037-A555-1CF3F803C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58" y="5417276"/>
            <a:ext cx="2877882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0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81560C1-BDAA-455F-8819-97F8ED563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709" y="404745"/>
            <a:ext cx="9422582" cy="60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86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BE1F93A-1814-41FC-89DA-C698955B3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3927"/>
            <a:ext cx="10515600" cy="395619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C483085-2727-447A-96BF-D7F28411818B}"/>
              </a:ext>
            </a:extLst>
          </p:cNvPr>
          <p:cNvSpPr txBox="1"/>
          <p:nvPr/>
        </p:nvSpPr>
        <p:spPr>
          <a:xfrm>
            <a:off x="2008094" y="125483"/>
            <a:ext cx="8561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Criar uma Interface em </a:t>
            </a:r>
            <a:r>
              <a:rPr lang="pt-BR" sz="4000" dirty="0" err="1"/>
              <a:t>repository</a:t>
            </a:r>
            <a:endParaRPr lang="pt-BR" sz="4000" dirty="0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E2EBE713-68FC-41C5-89A2-0B95BB6C0E45}"/>
              </a:ext>
            </a:extLst>
          </p:cNvPr>
          <p:cNvSpPr/>
          <p:nvPr/>
        </p:nvSpPr>
        <p:spPr>
          <a:xfrm>
            <a:off x="1389530" y="440317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4EFD7BEC-89FA-4F7D-9B37-C278E9B9601E}"/>
              </a:ext>
            </a:extLst>
          </p:cNvPr>
          <p:cNvSpPr/>
          <p:nvPr/>
        </p:nvSpPr>
        <p:spPr>
          <a:xfrm>
            <a:off x="7888941" y="294040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Cima 7">
            <a:extLst>
              <a:ext uri="{FF2B5EF4-FFF2-40B4-BE49-F238E27FC236}">
                <a16:creationId xmlns:a16="http://schemas.microsoft.com/office/drawing/2014/main" id="{660B1CCE-1500-467C-B14A-F19D1B99D8ED}"/>
              </a:ext>
            </a:extLst>
          </p:cNvPr>
          <p:cNvSpPr/>
          <p:nvPr/>
        </p:nvSpPr>
        <p:spPr>
          <a:xfrm>
            <a:off x="9076226" y="294040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747BE2DC-258E-4DA6-9535-8C66A5C2AA30}"/>
              </a:ext>
            </a:extLst>
          </p:cNvPr>
          <p:cNvSpPr/>
          <p:nvPr/>
        </p:nvSpPr>
        <p:spPr>
          <a:xfrm>
            <a:off x="9730381" y="294040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Cima 9">
            <a:extLst>
              <a:ext uri="{FF2B5EF4-FFF2-40B4-BE49-F238E27FC236}">
                <a16:creationId xmlns:a16="http://schemas.microsoft.com/office/drawing/2014/main" id="{B4F9C825-C3F2-448C-A1CD-53D6FEF6234B}"/>
              </a:ext>
            </a:extLst>
          </p:cNvPr>
          <p:cNvSpPr/>
          <p:nvPr/>
        </p:nvSpPr>
        <p:spPr>
          <a:xfrm>
            <a:off x="10461812" y="2940401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36E0C9C-EF61-4E31-942C-DD542DABC7F2}"/>
              </a:ext>
            </a:extLst>
          </p:cNvPr>
          <p:cNvSpPr/>
          <p:nvPr/>
        </p:nvSpPr>
        <p:spPr>
          <a:xfrm>
            <a:off x="838199" y="5309014"/>
            <a:ext cx="105155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Esse código define uma </a:t>
            </a:r>
            <a:r>
              <a:rPr lang="pt-BR" sz="2400" b="1" dirty="0"/>
              <a:t>interface de repositório</a:t>
            </a:r>
            <a:r>
              <a:rPr lang="pt-BR" sz="2400" dirty="0"/>
              <a:t> usando Spring Data JPA, que é uma ferramenta poderosa do Spring para lidar com acesso a banco de dados de forma muito simples e automatizada.</a:t>
            </a:r>
          </a:p>
          <a:p>
            <a:pPr algn="ctr"/>
            <a:endParaRPr lang="pt-BR" sz="2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10F142F-418F-4F59-9F04-B0B573101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874" y="3918809"/>
            <a:ext cx="4420217" cy="83831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81A20AB-7E98-49CD-9308-F92408644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696" y="4775245"/>
            <a:ext cx="390580" cy="30484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800AE60-0D1E-4F30-A5EB-DB0CA2C91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038" y="2782006"/>
            <a:ext cx="685896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0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19F7F8D-B3BE-4552-BA24-379989107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352" y="352479"/>
            <a:ext cx="9777296" cy="615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63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6AF347B-2287-49E3-8B45-27E07E60D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75" y="198962"/>
            <a:ext cx="10311719" cy="64600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5A9729A-E694-4D33-B207-88E727A7159E}"/>
              </a:ext>
            </a:extLst>
          </p:cNvPr>
          <p:cNvSpPr txBox="1"/>
          <p:nvPr/>
        </p:nvSpPr>
        <p:spPr>
          <a:xfrm>
            <a:off x="8139952" y="2052918"/>
            <a:ext cx="186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Pacote business</a:t>
            </a:r>
          </a:p>
        </p:txBody>
      </p:sp>
    </p:spTree>
    <p:extLst>
      <p:ext uri="{BB962C8B-B14F-4D97-AF65-F5344CB8AC3E}">
        <p14:creationId xmlns:p14="http://schemas.microsoft.com/office/powerpoint/2010/main" val="2103812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7A10801-BEF4-4287-AC99-3ACDCC1EC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900" y="777377"/>
            <a:ext cx="11526200" cy="53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79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A151DD0-40F6-477A-90A2-DB93EB78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751" y="1828402"/>
            <a:ext cx="9502498" cy="320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28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62171FD-F326-454E-BBA7-38F8DC9FC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393" y="945762"/>
            <a:ext cx="9605214" cy="49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73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9475F10-808C-4C9B-B540-30C3EB558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446" y="1306451"/>
            <a:ext cx="10661107" cy="424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55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6B3E46F-95CA-4B2E-B8C5-0D32D58FF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893" y="1049979"/>
            <a:ext cx="10169389" cy="475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71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5CC43C4-A0C2-4C27-B414-3D0A95F08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159" y="460094"/>
            <a:ext cx="10501682" cy="593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19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C273E50-BF86-4EC4-9963-A8491D2C0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615" y="639389"/>
            <a:ext cx="10662770" cy="55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7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AA9D534-9517-4870-BEFE-722CCDA7B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210" y="1832884"/>
            <a:ext cx="10741580" cy="319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57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A02A472-ACEE-4D18-A734-E6E68DD67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146" y="1246101"/>
            <a:ext cx="11099707" cy="436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71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57D1D8A-5C0E-4212-A41F-576323967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3474" y="321142"/>
            <a:ext cx="9145051" cy="435255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C69D5A5-4B62-46B3-886F-111435B3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76" y="4673699"/>
            <a:ext cx="8287936" cy="194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25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251604F-506D-4AC2-8B91-162FA3AAD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950" y="1373453"/>
            <a:ext cx="10318099" cy="303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85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995FF4F-1B8C-4AC8-BC3D-AF581A892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776" y="962118"/>
            <a:ext cx="10612447" cy="493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98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47C8E16-5358-446E-BE91-0E496356D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466" y="733518"/>
            <a:ext cx="10351068" cy="539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CD210C5-D8F4-4AC0-AC5D-28752DCF5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317" y="527330"/>
            <a:ext cx="9507365" cy="58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54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6A6EC90-1DAF-4CBF-ACFB-9C514E1C86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177" y="1144660"/>
            <a:ext cx="10781645" cy="45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48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B03CB9F-A97C-4086-8105-F44E7746D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630" y="812723"/>
            <a:ext cx="10612740" cy="4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180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6CC85A6-353F-420B-8EA2-2F2E67B55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07" y="641424"/>
            <a:ext cx="11323185" cy="5759375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6ED387E2-5741-4E5E-828F-82C1CCDE7705}"/>
              </a:ext>
            </a:extLst>
          </p:cNvPr>
          <p:cNvSpPr/>
          <p:nvPr/>
        </p:nvSpPr>
        <p:spPr>
          <a:xfrm>
            <a:off x="367553" y="591616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087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582166F-1502-4914-9CCD-4B65E5E009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761" y="1388267"/>
            <a:ext cx="9956477" cy="408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96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07AB3CA-0BB9-491D-AB46-60D2641C2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526" y="531813"/>
            <a:ext cx="10058948" cy="579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37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D2374E0-B8F6-423F-B9D7-CDD98E636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542" y="189148"/>
            <a:ext cx="7135221" cy="265784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2AF9A6A-12CF-42EA-A04C-658CEBC5E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858" y="2788025"/>
            <a:ext cx="7020905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230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8AE64F7-0439-44DF-9D5F-54E1D380E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623" y="1667463"/>
            <a:ext cx="9244754" cy="352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8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5A14F2C-919F-4578-8D8A-76F5C7703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3299" y="1485059"/>
            <a:ext cx="10625402" cy="388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89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177F3EF-B56F-48E7-A958-A30C8A080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676" y="1329668"/>
            <a:ext cx="10194648" cy="419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007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E8D26E0-6F1B-4A26-A704-C79E905F66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6263" y="1905506"/>
            <a:ext cx="1055947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Postman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é uma ferramenta poderosa e gratuita que serve para </a:t>
            </a:r>
            <a:r>
              <a:rPr kumimoji="0" lang="pt-BR" altLang="pt-B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testar APIs </a:t>
            </a:r>
            <a:r>
              <a:rPr kumimoji="0" lang="pt-BR" altLang="pt-BR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RESTful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sendo amplamente utilizada por desenvolvedores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Ele permite que você envie requisições HTTP como GET, POST, PUT, DELETE, entre outras, para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endpoints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sua aplicação e visualize as respostas. </a:t>
            </a:r>
          </a:p>
        </p:txBody>
      </p:sp>
    </p:spTree>
    <p:extLst>
      <p:ext uri="{BB962C8B-B14F-4D97-AF65-F5344CB8AC3E}">
        <p14:creationId xmlns:p14="http://schemas.microsoft.com/office/powerpoint/2010/main" val="3564157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6FD7DCD-4D6F-4699-877D-61A1EB0D3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8376" y="5076054"/>
            <a:ext cx="7091614" cy="15512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E4C765-838F-4936-A08A-4E4B2C56A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504" y="29491"/>
            <a:ext cx="8307736" cy="504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032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21872FA-E22A-417E-841F-04556F4F0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104" y="752865"/>
            <a:ext cx="10003791" cy="535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121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E636312-C8DE-4260-97E8-45BF0A676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107" y="753828"/>
            <a:ext cx="8611786" cy="535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026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AE7F455-B547-4D0E-A137-41EBE1159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820" y="442166"/>
            <a:ext cx="9712360" cy="597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697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5729</TotalTime>
  <Words>157</Words>
  <Application>Microsoft Office PowerPoint</Application>
  <PresentationFormat>Widescreen</PresentationFormat>
  <Paragraphs>14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Tema do Office</vt:lpstr>
      <vt:lpstr>  0.1 CRUD Java com Spring Boot  </vt:lpstr>
      <vt:lpstr>Apresentação do PowerPoint</vt:lpstr>
      <vt:lpstr>Apresentação do PowerPoint</vt:lpstr>
      <vt:lpstr>Apresentação do PowerPoint</vt:lpstr>
      <vt:lpstr>Apresentação do PowerPoint</vt:lpstr>
      <vt:lpstr>Criando o Projeto</vt:lpstr>
      <vt:lpstr>Apresentação do PowerPoint</vt:lpstr>
      <vt:lpstr>Organizar o Projeto  Arquitetura de Camada Simples</vt:lpstr>
      <vt:lpstr>Criar novo pacote – infrastructure, controller e business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0.1 CRUD Java com Spring Boot</dc:title>
  <dc:creator>Joao Keslei Carvalho Viana</dc:creator>
  <cp:lastModifiedBy>Joao Keslei Carvalho Viana</cp:lastModifiedBy>
  <cp:revision>21</cp:revision>
  <dcterms:created xsi:type="dcterms:W3CDTF">2025-06-12T13:22:29Z</dcterms:created>
  <dcterms:modified xsi:type="dcterms:W3CDTF">2025-06-16T12:51:51Z</dcterms:modified>
</cp:coreProperties>
</file>